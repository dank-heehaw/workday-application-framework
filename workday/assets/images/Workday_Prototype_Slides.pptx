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55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6656" y="155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3461"/>
                </a:solidFill>
              </a:rPr>
              <a:t>workday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"/>
            <a:ext cx="18288" cy="292608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155448"/>
            <a:ext cx="18288" cy="29260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554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3461"/>
                </a:solidFill>
              </a:rPr>
              <a:t>Design Documentation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4846320"/>
            <a:ext cx="8449056" cy="27432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4901184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892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3461"/>
                </a:solidFill>
              </a:rPr>
              <a:t>Workday Talent Acquisition UX Case Study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98080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D3461"/>
                </a:solidFill>
              </a:rPr>
              <a:t>Prototype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594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461"/>
                </a:solidFill>
              </a:rPr>
              <a:t>Color Palette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886968"/>
            <a:ext cx="1234440" cy="594360"/>
          </a:xfrm>
          <a:prstGeom prst="rect">
            <a:avLst/>
          </a:prstGeom>
          <a:solidFill>
            <a:srgbClr val="163461"/>
          </a:solidFill>
          <a:ln w="12700">
            <a:solidFill>
              <a:srgbClr val="1634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08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3461"/>
                </a:solidFill>
              </a:rPr>
              <a:t>Primary Navy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6642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#163461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83080" y="886968"/>
            <a:ext cx="1234440" cy="594360"/>
          </a:xfrm>
          <a:prstGeom prst="rect">
            <a:avLst/>
          </a:prstGeom>
          <a:solidFill>
            <a:srgbClr val="1F5CA4"/>
          </a:solidFill>
          <a:ln w="12700">
            <a:solidFill>
              <a:srgbClr val="1F5C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508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3461"/>
                </a:solidFill>
              </a:rPr>
              <a:t>Secondary Blue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83080" y="16642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#1F5CA4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0" y="886968"/>
            <a:ext cx="1234440" cy="594360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508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3461"/>
                </a:solidFill>
              </a:rPr>
              <a:t>Action Orange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0" y="16642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#F15A22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17720" y="886968"/>
            <a:ext cx="1234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08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3461"/>
                </a:solidFill>
              </a:rPr>
              <a:t>White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17720" y="16642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#FFFFFF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035040" y="886968"/>
            <a:ext cx="123444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508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3461"/>
                </a:solidFill>
              </a:rPr>
              <a:t>Surface Gray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35040" y="16642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#F5F7FA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452360" y="886968"/>
            <a:ext cx="1234440" cy="59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508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3461"/>
                </a:solidFill>
              </a:rPr>
              <a:t>Body Text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52360" y="16642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#6B7280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461"/>
                </a:solidFill>
              </a:rPr>
              <a:t>Typography  ·  Workday Canvas / Inter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2212848"/>
            <a:ext cx="1005840" cy="25603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Heading 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463040" y="22037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3461"/>
                </a:solidFill>
              </a:rPr>
              <a:t>Application Progress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65760" y="2615184"/>
            <a:ext cx="1005840" cy="25603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15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Heading 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463040" y="2606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461"/>
                </a:solidFill>
              </a:rPr>
              <a:t>Personal Information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65760" y="3017520"/>
            <a:ext cx="1005840" cy="25603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Body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463040" y="300837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3461"/>
                </a:solidFill>
              </a:rPr>
              <a:t>Complete the fields below to continue your application.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19856"/>
            <a:ext cx="1005840" cy="25603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Caption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463040" y="34107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Step 2 of 4  ·  ~5 min remaining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461"/>
                </a:solidFill>
              </a:rPr>
              <a:t>Key UI Components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1879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Continue →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965960" y="41879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6596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3461"/>
                </a:solidFill>
              </a:rPr>
              <a:t>Save &amp; Exit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749040" y="41330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Progress Indicator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49040" y="4315968"/>
            <a:ext cx="4937760" cy="10972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4315968"/>
            <a:ext cx="3291840" cy="109728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0" y="444398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Step 2 of 4  ·  67% complete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749040" y="4626864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E8F4E8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46268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</a:rPr>
              <a:t>✓  Auto-filled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892040" y="4626864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6268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5100"/>
                </a:solidFill>
              </a:rPr>
              <a:t>⚠  Review needed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55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6656" y="155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3461"/>
                </a:solidFill>
              </a:rPr>
              <a:t>workday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"/>
            <a:ext cx="18288" cy="292608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155448"/>
            <a:ext cx="18288" cy="29260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554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3461"/>
                </a:solidFill>
              </a:rPr>
              <a:t>Hi-Fidelity Design  ·  Screen Annotations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4846320"/>
            <a:ext cx="8449056" cy="27432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4901184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892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3461"/>
                </a:solidFill>
              </a:rPr>
              <a:t>Workday Talent Acquisition UX Case Study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98080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D3461"/>
                </a:solidFill>
              </a:rPr>
              <a:t>Prototype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47472" y="566928"/>
            <a:ext cx="411480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566928"/>
            <a:ext cx="54864" cy="1920240"/>
          </a:xfrm>
          <a:prstGeom prst="rect">
            <a:avLst/>
          </a:prstGeom>
          <a:solidFill>
            <a:srgbClr val="163461"/>
          </a:solidFill>
          <a:ln w="12700">
            <a:solidFill>
              <a:srgbClr val="1634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658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461"/>
                </a:solidFill>
              </a:rPr>
              <a:t>01  Home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44952" y="649224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63461"/>
          </a:solidFill>
          <a:ln w="12700">
            <a:solidFill>
              <a:srgbClr val="1634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6492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Reduces re-entry repetition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84632" y="9144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Unified applicant hub — shows in-progress applications, smart suggestions, and % completion at a glance.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" y="1444752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F15A22"/>
                </a:solidFill>
              </a:rPr>
              <a:t>KEY DESIGN DECISIONS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12064" y="1719072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16642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Persistent cross-employer login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" y="1965960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9110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Continue Application shortcut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" y="2212848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157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Smart Suggestions panel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36592" y="566928"/>
            <a:ext cx="411480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566928"/>
            <a:ext cx="54864" cy="1920240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658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461"/>
                </a:solidFill>
              </a:rPr>
              <a:t>02  Resume Upload + Sana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34072" y="649224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6492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Fixes parsing errors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873752" y="9144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Upload once. Sana AI parses and pre-fills every section. Highlights parsing confidence with editable suggestions.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73752" y="1444752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F15A22"/>
                </a:solidFill>
              </a:rPr>
              <a:t>KEY DESIGN DECISIONS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901184" y="1719072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16642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LinkedIn import fallback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01184" y="1965960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9110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Field-level confidence badges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01184" y="2212848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157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Manual override always available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2624328"/>
            <a:ext cx="411480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2624328"/>
            <a:ext cx="54864" cy="1920240"/>
          </a:xfrm>
          <a:prstGeom prst="rect">
            <a:avLst/>
          </a:prstGeom>
          <a:solidFill>
            <a:srgbClr val="163461"/>
          </a:solidFill>
          <a:ln w="12700">
            <a:solidFill>
              <a:srgbClr val="1634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2715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461"/>
                </a:solidFill>
              </a:rPr>
              <a:t>03  Stepped Form + Progress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44952" y="2706624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63461"/>
          </a:solidFill>
          <a:ln w="12700">
            <a:solidFill>
              <a:srgbClr val="1634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44952" y="27066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Reduces cognitive fatigue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84632" y="29718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4-step progressive form with time estimates. Chunked sections reduce cognitive load vs. one long scroll.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" y="3502152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3520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F15A22"/>
                </a:solidFill>
              </a:rPr>
              <a:t>KEY DESIGN DECISIONS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12064" y="3776472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37216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Time-to-complete estimate per step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2064" y="4023360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9684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Save &amp; Continue Later always visible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2064" y="4270248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2153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Clear step indicator (2 of 4)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36592" y="2624328"/>
            <a:ext cx="411480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36592" y="2624328"/>
            <a:ext cx="54864" cy="1920240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2715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461"/>
                </a:solidFill>
              </a:rPr>
              <a:t>04  Application Tracker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34072" y="2706624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34072" y="27066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Improves status visibility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873752" y="29718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Single dashboard showing all applications across all employers — status, stage, and tracking ID in one place.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73752" y="3502152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73752" y="3520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F15A22"/>
                </a:solidFill>
              </a:rPr>
              <a:t>KEY DESIGN DECISIONS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4901184" y="3776472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37216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Cross-employer unified view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901184" y="4023360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39684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Stage-based progress timeline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901184" y="4270248"/>
            <a:ext cx="82296" cy="82296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42153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3461"/>
                </a:solidFill>
              </a:rPr>
              <a:t>Expected response window shown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55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6656" y="155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3461"/>
                </a:solidFill>
              </a:rPr>
              <a:t>workday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"/>
            <a:ext cx="18288" cy="292608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155448"/>
            <a:ext cx="18288" cy="29260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554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3461"/>
                </a:solidFill>
              </a:rPr>
              <a:t>Interactive Prototype  ·  Jordan's Task Scenario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4846320"/>
            <a:ext cx="8449056" cy="27432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4901184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892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3461"/>
                </a:solidFill>
              </a:rPr>
              <a:t>Workday Talent Acquisition UX Case Study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98080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D3461"/>
                </a:solidFill>
              </a:rPr>
              <a:t>Prototype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7472" y="5212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Scenario: Jordan applies to a UX Researcher role at GreenHorizon for the first time using the improved Workday experience.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188720"/>
            <a:ext cx="8183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1133856"/>
            <a:ext cx="182880" cy="18288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795528"/>
            <a:ext cx="402336" cy="4023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795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1353312"/>
            <a:ext cx="1572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1353312"/>
            <a:ext cx="1572768" cy="54864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14264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461"/>
                </a:solidFill>
              </a:rPr>
              <a:t>Single Sign-On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1792224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Jordan logs into Workday once via universal login — no new employer account needed.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0624" y="2724912"/>
            <a:ext cx="1426464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73405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D4ED8"/>
                </a:solidFill>
              </a:rPr>
              <a:t>✓  Eliminated: Repeated account creation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0" y="1133856"/>
            <a:ext cx="182880" cy="18288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33472" y="795528"/>
            <a:ext cx="402336" cy="4023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795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48256" y="1353312"/>
            <a:ext cx="1572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48256" y="1353312"/>
            <a:ext cx="1572768" cy="54864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14264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461"/>
                </a:solidFill>
              </a:rPr>
              <a:t>Resume Upload + AI Parse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39696" y="1792224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Sana AI parses Jordan's resume in seconds, pre-filling 90% of the form fields.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21408" y="2724912"/>
            <a:ext cx="1426464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273405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D4ED8"/>
                </a:solidFill>
              </a:rPr>
              <a:t>✓  Eliminated: Manual re-entry of resume data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443984" y="1133856"/>
            <a:ext cx="182880" cy="18288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34256" y="795528"/>
            <a:ext cx="402336" cy="4023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4256" y="795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1353312"/>
            <a:ext cx="1572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49040" y="1353312"/>
            <a:ext cx="1572768" cy="54864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14264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461"/>
                </a:solidFill>
              </a:rPr>
              <a:t>Smart Form (4 Steps)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1792224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Chunked into 4 clear steps with a time estimate. Jordan can save and return anytime.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22192" y="2724912"/>
            <a:ext cx="1426464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273405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D4ED8"/>
                </a:solidFill>
              </a:rPr>
              <a:t>✓  Eliminated: Overwhelming single-page form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144768" y="1133856"/>
            <a:ext cx="182880" cy="18288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795528"/>
            <a:ext cx="402336" cy="4023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795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49824" y="1353312"/>
            <a:ext cx="1572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49824" y="1353312"/>
            <a:ext cx="1572768" cy="54864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41264" y="14264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461"/>
                </a:solidFill>
              </a:rPr>
              <a:t>Review &amp; Confidence Check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41264" y="1792224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Sana highlights any fields that need attention before Jordan submits.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522976" y="2724912"/>
            <a:ext cx="1426464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41264" y="273405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D4ED8"/>
                </a:solidFill>
              </a:rPr>
              <a:t>✓  Eliminated: Uncertainty about form completeness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845552" y="1133856"/>
            <a:ext cx="182880" cy="18288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35824" y="795528"/>
            <a:ext cx="402336" cy="4023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35824" y="795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150608" y="1353312"/>
            <a:ext cx="1572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50608" y="1353312"/>
            <a:ext cx="1572768" cy="54864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42048" y="14264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461"/>
                </a:solidFill>
              </a:rPr>
              <a:t>Confirmation + Tracker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42048" y="1792224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Instant confirmation with a tracking ID and expected timeline. Dashboard auto-updates.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223760" y="2724912"/>
            <a:ext cx="1426464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42048" y="273405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D4ED8"/>
                </a:solidFill>
              </a:rPr>
              <a:t>✓  Eliminated: Post-submit silence and anxiety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47472" y="3886200"/>
            <a:ext cx="8449056" cy="59436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Prototype built in Figma  ·  5 interactive screens  ·  Task completion target: under 10 minutes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406640" y="4005072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4005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View Figma →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2026-03-28T20:25:46Z</dcterms:created>
  <dcterms:modified xsi:type="dcterms:W3CDTF">2026-03-28T20:25:46Z</dcterms:modified>
</cp:coreProperties>
</file>